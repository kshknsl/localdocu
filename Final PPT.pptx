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918" y="10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7628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1438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9046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4293096"/>
          </a:xfrm>
          <a:prstGeom prst="rect">
            <a:avLst/>
          </a:prstGeom>
          <a:blipFill>
            <a:blip r:embed="rId2" cstate="print"/>
            <a:stretch>
              <a:fillRect b="-59745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Calibri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lastModifiedBy>Kush Kansal</cp:lastModifiedBy>
  <cp:revision>2</cp:revision>
  <dcterms:modified xsi:type="dcterms:W3CDTF">2025-11-24T04:03:09Z</dcterms:modified>
</cp:coreProperties>
</file>